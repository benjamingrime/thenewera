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2" r:id="rId4"/>
    <p:sldId id="256" r:id="rId5"/>
    <p:sldId id="257" r:id="rId6"/>
    <p:sldId id="258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7CEB9-E5BB-4D42-A0EA-C875B24E8F75}" v="17" dt="2026-03-23T10:48:55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8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Grime" userId="dee09eb2-a468-4aff-9d21-0624f11018f9" providerId="ADAL" clId="{0380841A-E652-4C61-8736-00C99F09DA67}"/>
    <pc:docChg chg="undo custSel addSld delSld modSld sldOrd">
      <pc:chgData name="Ben Grime" userId="dee09eb2-a468-4aff-9d21-0624f11018f9" providerId="ADAL" clId="{0380841A-E652-4C61-8736-00C99F09DA67}" dt="2026-03-23T10:48:55.005" v="58" actId="478"/>
      <pc:docMkLst>
        <pc:docMk/>
      </pc:docMkLst>
      <pc:sldChg chg="addSp delSp modSp new mod ord">
        <pc:chgData name="Ben Grime" userId="dee09eb2-a468-4aff-9d21-0624f11018f9" providerId="ADAL" clId="{0380841A-E652-4C61-8736-00C99F09DA67}" dt="2026-03-09T09:56:46.373" v="39" actId="22"/>
        <pc:sldMkLst>
          <pc:docMk/>
          <pc:sldMk cId="1630689570" sldId="260"/>
        </pc:sldMkLst>
      </pc:sldChg>
      <pc:sldChg chg="addSp delSp modSp new mod">
        <pc:chgData name="Ben Grime" userId="dee09eb2-a468-4aff-9d21-0624f11018f9" providerId="ADAL" clId="{0380841A-E652-4C61-8736-00C99F09DA67}" dt="2026-02-23T11:14:56.036" v="20" actId="1076"/>
        <pc:sldMkLst>
          <pc:docMk/>
          <pc:sldMk cId="3890868511" sldId="261"/>
        </pc:sldMkLst>
        <pc:picChg chg="add mod modCrop">
          <ac:chgData name="Ben Grime" userId="dee09eb2-a468-4aff-9d21-0624f11018f9" providerId="ADAL" clId="{0380841A-E652-4C61-8736-00C99F09DA67}" dt="2026-02-23T11:14:56.036" v="20" actId="1076"/>
          <ac:picMkLst>
            <pc:docMk/>
            <pc:sldMk cId="3890868511" sldId="261"/>
            <ac:picMk id="3" creationId="{EC9101DE-EF07-D383-6D8A-B40E623B3F26}"/>
          </ac:picMkLst>
        </pc:picChg>
      </pc:sldChg>
      <pc:sldChg chg="addSp delSp modSp add mod ord">
        <pc:chgData name="Ben Grime" userId="dee09eb2-a468-4aff-9d21-0624f11018f9" providerId="ADAL" clId="{0380841A-E652-4C61-8736-00C99F09DA67}" dt="2026-02-25T12:06:03.793" v="37"/>
        <pc:sldMkLst>
          <pc:docMk/>
          <pc:sldMk cId="853236859" sldId="262"/>
        </pc:sldMkLst>
        <pc:picChg chg="add mod">
          <ac:chgData name="Ben Grime" userId="dee09eb2-a468-4aff-9d21-0624f11018f9" providerId="ADAL" clId="{0380841A-E652-4C61-8736-00C99F09DA67}" dt="2026-02-25T12:06:03.793" v="37"/>
          <ac:picMkLst>
            <pc:docMk/>
            <pc:sldMk cId="853236859" sldId="262"/>
            <ac:picMk id="2" creationId="{E8993760-10D1-3844-9457-0022630B9493}"/>
          </ac:picMkLst>
        </pc:picChg>
      </pc:sldChg>
      <pc:sldChg chg="addSp delSp modSp add mod ord">
        <pc:chgData name="Ben Grime" userId="dee09eb2-a468-4aff-9d21-0624f11018f9" providerId="ADAL" clId="{0380841A-E652-4C61-8736-00C99F09DA67}" dt="2026-03-09T11:07:45.523" v="54"/>
        <pc:sldMkLst>
          <pc:docMk/>
          <pc:sldMk cId="1523220940" sldId="263"/>
        </pc:sldMkLst>
        <pc:picChg chg="add">
          <ac:chgData name="Ben Grime" userId="dee09eb2-a468-4aff-9d21-0624f11018f9" providerId="ADAL" clId="{0380841A-E652-4C61-8736-00C99F09DA67}" dt="2026-03-09T11:07:38.241" v="52"/>
          <ac:picMkLst>
            <pc:docMk/>
            <pc:sldMk cId="1523220940" sldId="263"/>
            <ac:picMk id="3" creationId="{CB8E3A96-90E6-6BCF-AB5F-865D017E43FE}"/>
          </ac:picMkLst>
        </pc:picChg>
      </pc:sldChg>
      <pc:sldChg chg="addSp delSp new mod">
        <pc:chgData name="Ben Grime" userId="dee09eb2-a468-4aff-9d21-0624f11018f9" providerId="ADAL" clId="{0380841A-E652-4C61-8736-00C99F09DA67}" dt="2026-03-23T10:48:55.005" v="58" actId="478"/>
        <pc:sldMkLst>
          <pc:docMk/>
          <pc:sldMk cId="1336688430" sldId="264"/>
        </pc:sldMkLst>
        <pc:spChg chg="del">
          <ac:chgData name="Ben Grime" userId="dee09eb2-a468-4aff-9d21-0624f11018f9" providerId="ADAL" clId="{0380841A-E652-4C61-8736-00C99F09DA67}" dt="2026-03-23T10:36:26.847" v="56" actId="478"/>
          <ac:spMkLst>
            <pc:docMk/>
            <pc:sldMk cId="1336688430" sldId="264"/>
            <ac:spMk id="2" creationId="{98279D47-CEB1-ED2F-C069-5CE2A16B137B}"/>
          </ac:spMkLst>
        </pc:spChg>
        <pc:spChg chg="del">
          <ac:chgData name="Ben Grime" userId="dee09eb2-a468-4aff-9d21-0624f11018f9" providerId="ADAL" clId="{0380841A-E652-4C61-8736-00C99F09DA67}" dt="2026-03-23T10:36:26.847" v="56" actId="478"/>
          <ac:spMkLst>
            <pc:docMk/>
            <pc:sldMk cId="1336688430" sldId="264"/>
            <ac:spMk id="3" creationId="{06CE07E7-0303-3EF8-2480-FB5CE18B1ADC}"/>
          </ac:spMkLst>
        </pc:spChg>
        <pc:picChg chg="add del">
          <ac:chgData name="Ben Grime" userId="dee09eb2-a468-4aff-9d21-0624f11018f9" providerId="ADAL" clId="{0380841A-E652-4C61-8736-00C99F09DA67}" dt="2026-03-23T10:48:55.005" v="58" actId="478"/>
          <ac:picMkLst>
            <pc:docMk/>
            <pc:sldMk cId="1336688430" sldId="264"/>
            <ac:picMk id="1026" creationId="{0B6EC706-DA16-3312-422F-734BE9B008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9A6-4957-B8F6-D666-BBC89E96D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7DB36-3C13-BB1E-B013-206A7B9BA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0592B-D743-3520-98D0-E1A96E8D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99553-BAD1-4D58-0709-DAF61133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E3DD-BD0B-B56B-6CF8-6F2CE3D1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85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5B8E-2C03-3185-96CF-7FB6B500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BA3C-71C6-556A-BBC6-A850CEB1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40099-3773-37F4-C0E8-99FF17AD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2F5E-42FB-C140-B2DF-945D4360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85240-3A0F-B7EF-ADFC-AF9F677E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67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65D5-C725-62A0-D18D-D1C86D51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10A7E-4436-1C42-D69C-258E6797B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817F8-6D94-7269-09BE-F13B3B8C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4DAA1-CDD7-7BF2-8A61-09BE4AE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93591-A842-9F50-62C4-1F00A2AA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A355-D04B-4161-63B3-1A25A46E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DFCC-3EB2-A82F-43E8-5EF0ECE93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42FD7-44CF-D757-831C-66A5D41F3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92ADB-54BC-96A5-EDB2-22DA097A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2CDD-D969-CEF7-CEC0-233846B6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5BDF1-87D2-63D9-18C9-F9C0B62A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06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74EC-0B72-D9BC-A607-0365BB64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CD6C3-B624-3A72-571B-0A0207397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91827-7FF5-DC56-174B-C7842222B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92DC3-A962-708F-7DE0-3573DCDC6F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53ADE-ECD8-6DBB-0839-A0BA9F9D5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0FFED-305F-5481-1BAB-5A6CF674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BDC94-509B-66CA-90B7-FB22322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3231F-B252-D23B-57C5-0C16F593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88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7AFC-C686-3223-6035-B3F4D53C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3665A-7AA8-D0C7-4CD2-A3935772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FDD6E-DCBC-71FE-373D-967D530E9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D3CE5-64F8-3081-E290-3D760029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4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BE8C5-F7B6-FCA2-76A0-2E6B84F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ECE60-ACCB-0FC7-7744-742812B9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4EC94-541F-C021-1E0A-F58D378A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1CC2-9270-C19A-5853-FCDCA620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173B2-4D50-26B6-3C0A-EBD7CC2B7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89765-2CD4-B8F3-B01F-2C46B1AA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5D8D3-0DDF-2EF5-A762-C61089C0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715DE-8DC3-70B8-C867-2643A699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49011-BF6C-855F-9DE4-7CF8B019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89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D1D4-5194-7B0C-1F93-B0CBCEBE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9BC7C-03CE-95E9-1075-5F72131A6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8D234-FFE1-E7D5-A4D5-6010D960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FAFF4-8530-A30E-D6AF-0CDE07CE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D9BB8-863B-B7DA-0357-FBB260EE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C2CEB-F59A-88F9-9598-A23BE314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7CE2-0F07-FB08-6A88-EBB3CE0D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98A12-EBFA-9B55-686A-71427BBAD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F55B7-5875-979B-8036-60B31A40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CC9A8-A93C-B370-623E-4650C3DE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C3EEB-C117-5D98-5384-6C577E8E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28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8669-38FD-CED6-382E-836B9FE85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26BD1-2535-A6C9-6004-1B41F6EA3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2B27-61FF-36AE-600F-F3D9C6B7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0BEB4-4158-ABD4-B949-93A86C32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39DF8-B157-4673-4683-4B05E9BF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32089-6240-A42E-1903-BBA0D52A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2C0A1-67E3-8332-F8F5-D82753A7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BD48C-2636-057F-6D83-EC8425B10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B4248-1C97-46DE-B079-6D78FE4778C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6F93B-1BA8-0B01-4B2E-E0B2C78A7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1EA2-EA32-5388-8BEB-BAA22FE93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2956D-9F94-4EC9-838E-97E24C0326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53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FEB1-D909-8CDA-655E-D9989600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8E3A96-90E6-6BCF-AB5F-865D017E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2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68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C086-753C-0E8A-C951-A38C2C41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nference Time Scaling Laws - by Tanay Jaipuria">
            <a:extLst>
              <a:ext uri="{FF2B5EF4-FFF2-40B4-BE49-F238E27FC236}">
                <a16:creationId xmlns:a16="http://schemas.microsoft.com/office/drawing/2014/main" id="{E8993760-10D1-3844-9457-0022630B9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23" y="598768"/>
            <a:ext cx="9879106" cy="544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23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F9D369E-79DC-3A1B-14A2-6E1525E14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00038"/>
            <a:ext cx="10477500" cy="625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37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A25E-21F7-5F15-4A3C-1BEBEBBE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84D73B4-A336-F976-4E9C-5DBE04959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0"/>
            <a:ext cx="8032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6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94F9-A31D-E511-FF2E-90324C0E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D0F8E-EFB5-9050-F300-8D3FD8E81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38187"/>
            <a:ext cx="114300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4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EC9101DE-EF07-D383-6D8A-B40E623B3F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2" t="1791" r="1131"/>
          <a:stretch>
            <a:fillRect/>
          </a:stretch>
        </p:blipFill>
        <p:spPr>
          <a:xfrm>
            <a:off x="130628" y="697657"/>
            <a:ext cx="11930744" cy="546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6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1FEE5D59-7E3A-3D0D-DA9F-F1AAD15B9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89" y="0"/>
            <a:ext cx="6013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8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Waterman Group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Grime</dc:creator>
  <cp:lastModifiedBy>Ben Grime</cp:lastModifiedBy>
  <cp:revision>1</cp:revision>
  <dcterms:created xsi:type="dcterms:W3CDTF">2026-02-09T15:53:06Z</dcterms:created>
  <dcterms:modified xsi:type="dcterms:W3CDTF">2026-03-23T10:49:05Z</dcterms:modified>
</cp:coreProperties>
</file>